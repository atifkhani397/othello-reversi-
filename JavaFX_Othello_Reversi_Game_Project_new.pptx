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jJVRRMOGZbqv489VJ4ruauRWk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b4a5531361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" name="Google Shape;14;g3b4a5531361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g3b4a5531361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b4a5531361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" name="Google Shape;20;g3b4a5531361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g3b4a5531361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b4a5531361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" name="Google Shape;26;g3b4a5531361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g3b4a5531361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b4a5531361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" name="Google Shape;32;g3b4a5531361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g3b4a5531361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b4a5531361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3b4a5531361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g3b4a5531361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4a5531361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b4a5531361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b4a5531361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b4a5531361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b4a5531361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b4a5531361_0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4a5531361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b4a5531361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b4a5531361_0_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4a5531361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4a5531361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b4a5531361_0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4a553136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4a553136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b4a553136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7" name="Google Shape;17;g3b4a5531361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23" name="Google Shape;23;g3b4a5531361_0_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" y="20061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29" name="Google Shape;29;g3b4a5531361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g3b4a5531361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69340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41" name="Google Shape;41;g3b4a5531361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050"/>
            <a:ext cx="9144000" cy="5103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2" name="Google Shape;52;g3b4a5531361_0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8" name="Google Shape;58;g3b4a5531361_0_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4" name="Google Shape;64;g3b4a5531361_0_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0" name="Google Shape;70;g3b4a5531361_0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6" name="Google Shape;76;g3b4a553136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2026-01-04T16:29:37Z</dcterms:created>
  <dc:creator>PptxGenJS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d073ca9ce2584261bea42c4bc11eb039</vt:lpwstr>
  </property>
</Properties>
</file>